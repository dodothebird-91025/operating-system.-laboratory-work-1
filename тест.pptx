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0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39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68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63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7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92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54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50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95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00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90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67AB6-4DB4-4DA3-A3A2-68DB7F9D5D95}" type="datetimeFigureOut">
              <a:rPr lang="ru-RU" smtClean="0"/>
              <a:t>26.02.2021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33D63-C5BC-4B37-9942-AD635BF7CE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9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тест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Операц</a:t>
            </a:r>
            <a:r>
              <a:rPr lang="uk-UA" dirty="0" err="1" smtClean="0"/>
              <a:t>ійні</a:t>
            </a:r>
            <a:r>
              <a:rPr lang="uk-UA" dirty="0" smtClean="0"/>
              <a:t> системи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2804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тест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</dc:title>
  <dc:creator>Діма</dc:creator>
  <cp:lastModifiedBy>Діма</cp:lastModifiedBy>
  <cp:revision>1</cp:revision>
  <dcterms:created xsi:type="dcterms:W3CDTF">2021-02-26T12:17:29Z</dcterms:created>
  <dcterms:modified xsi:type="dcterms:W3CDTF">2021-02-26T12:17:49Z</dcterms:modified>
</cp:coreProperties>
</file>